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627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CLEVA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AI-Powered Investment Advisory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4754880"/>
            <a:ext cx="27432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Cleva Investment | AI-Powered Investment Advisory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Cleva Investment | AI-Powered Investment Advisory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Investment Challenges Facing South Africans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6B7280"/>
                </a:solidFill>
              </a:defRPr>
            </a:pPr>
            <a:r>
              <a:rPr dirty="0"/>
              <a:t>• Lack access to affordable, personalized financial advisory services</a:t>
            </a:r>
          </a:p>
          <a:p>
            <a:pPr>
              <a:spcBef>
                <a:spcPts val="1200"/>
              </a:spcBef>
              <a:defRPr sz="1800">
                <a:solidFill>
                  <a:srgbClr val="6B7280"/>
                </a:solidFill>
              </a:defRPr>
            </a:pPr>
            <a:r>
              <a:rPr dirty="0"/>
              <a:t>• Difficulty tracking and managing multiple investment portfolios</a:t>
            </a:r>
          </a:p>
          <a:p>
            <a:pPr>
              <a:spcBef>
                <a:spcPts val="1200"/>
              </a:spcBef>
              <a:defRPr sz="1800">
                <a:solidFill>
                  <a:srgbClr val="6B7280"/>
                </a:solidFill>
              </a:defRPr>
            </a:pPr>
            <a:r>
              <a:rPr dirty="0"/>
              <a:t>• Information overload making investment decisions overwhelming</a:t>
            </a:r>
          </a:p>
          <a:p>
            <a:pPr>
              <a:spcBef>
                <a:spcPts val="1200"/>
              </a:spcBef>
              <a:defRPr sz="1800">
                <a:solidFill>
                  <a:srgbClr val="6B7280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Cleva Investment | AI-Powered Investment Advisory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Cleva Investment | AI-Powered Investment Advisory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Cleva Investment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6B7280"/>
                </a:solidFill>
              </a:defRPr>
            </a:pPr>
            <a:r>
              <a:rPr dirty="0"/>
              <a:t>• AI-powered investment advisory platform </a:t>
            </a:r>
            <a:r>
              <a:rPr lang="en-US" dirty="0"/>
              <a:t>provides</a:t>
            </a:r>
            <a:r>
              <a:rPr dirty="0"/>
              <a:t> financial guidance</a:t>
            </a:r>
            <a:r>
              <a:rPr lang="en-US" dirty="0"/>
              <a:t>.</a:t>
            </a: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6B7280"/>
                </a:solidFill>
              </a:defRPr>
            </a:pPr>
            <a:r>
              <a:rPr dirty="0"/>
              <a:t>• Conversational AI chatbot providing personalized recommendation</a:t>
            </a:r>
            <a:r>
              <a:rPr lang="en-US" dirty="0"/>
              <a:t>.</a:t>
            </a: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6B7280"/>
                </a:solidFill>
              </a:defRPr>
            </a:pPr>
            <a:r>
              <a:rPr dirty="0"/>
              <a:t>• Goal-based financial planning with progress monitoring</a:t>
            </a:r>
          </a:p>
          <a:p>
            <a:pPr>
              <a:spcBef>
                <a:spcPts val="1200"/>
              </a:spcBef>
              <a:defRPr sz="1800">
                <a:solidFill>
                  <a:srgbClr val="6B7280"/>
                </a:solidFill>
              </a:defRPr>
            </a:pPr>
            <a:r>
              <a:rPr dirty="0"/>
              <a:t>• Real-time market data integration for informed decisions</a:t>
            </a:r>
          </a:p>
          <a:p>
            <a:pPr>
              <a:spcBef>
                <a:spcPts val="1200"/>
              </a:spcBef>
              <a:defRPr sz="1800">
                <a:solidFill>
                  <a:srgbClr val="6B7280"/>
                </a:solidFill>
              </a:defRPr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Cleva Investment | AI-Powered Investment Advisory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</Words>
  <Application>Microsoft Office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Dikonketso Ndumndum</cp:lastModifiedBy>
  <cp:revision>2</cp:revision>
  <dcterms:created xsi:type="dcterms:W3CDTF">2013-01-27T09:14:16Z</dcterms:created>
  <dcterms:modified xsi:type="dcterms:W3CDTF">2026-01-21T10:11:21Z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c31b053-3911-4311-9a7c-2be6bf72da39_Enabled">
    <vt:lpwstr>true</vt:lpwstr>
  </property>
  <property fmtid="{D5CDD505-2E9C-101B-9397-08002B2CF9AE}" pid="3" name="MSIP_Label_7c31b053-3911-4311-9a7c-2be6bf72da39_SetDate">
    <vt:lpwstr>2026-01-21T10:11:11Z</vt:lpwstr>
  </property>
  <property fmtid="{D5CDD505-2E9C-101B-9397-08002B2CF9AE}" pid="4" name="MSIP_Label_7c31b053-3911-4311-9a7c-2be6bf72da39_Method">
    <vt:lpwstr>Standard</vt:lpwstr>
  </property>
  <property fmtid="{D5CDD505-2E9C-101B-9397-08002B2CF9AE}" pid="5" name="MSIP_Label_7c31b053-3911-4311-9a7c-2be6bf72da39_Name">
    <vt:lpwstr>Internal (Gijima)</vt:lpwstr>
  </property>
  <property fmtid="{D5CDD505-2E9C-101B-9397-08002B2CF9AE}" pid="6" name="MSIP_Label_7c31b053-3911-4311-9a7c-2be6bf72da39_SiteId">
    <vt:lpwstr>b11d2e5b-1de7-41fb-8ff1-12897f95a4e4</vt:lpwstr>
  </property>
  <property fmtid="{D5CDD505-2E9C-101B-9397-08002B2CF9AE}" pid="7" name="MSIP_Label_7c31b053-3911-4311-9a7c-2be6bf72da39_ActionId">
    <vt:lpwstr>09debe02-27df-42f3-ae1a-78ddd76a2900</vt:lpwstr>
  </property>
  <property fmtid="{D5CDD505-2E9C-101B-9397-08002B2CF9AE}" pid="8" name="MSIP_Label_7c31b053-3911-4311-9a7c-2be6bf72da39_ContentBits">
    <vt:lpwstr>0</vt:lpwstr>
  </property>
  <property fmtid="{D5CDD505-2E9C-101B-9397-08002B2CF9AE}" pid="9" name="MSIP_Label_7c31b053-3911-4311-9a7c-2be6bf72da39_Tag">
    <vt:lpwstr>10, 3, 0, 1</vt:lpwstr>
  </property>
</Properties>
</file>